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61" r:id="rId4"/>
    <p:sldId id="263" r:id="rId5"/>
    <p:sldId id="266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7030"/>
  </p:normalViewPr>
  <p:slideViewPr>
    <p:cSldViewPr snapToGrid="0" snapToObjects="1">
      <p:cViewPr varScale="1">
        <p:scale>
          <a:sx n="156" d="100"/>
          <a:sy n="156" d="100"/>
        </p:scale>
        <p:origin x="20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CA5C0-9A36-7F44-88D9-D09023E935E8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410E5-56B9-EF49-A40F-5951DF3AA17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401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CC1C28F-6F02-F346-9B88-5D2D1D86C71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B31E85C-F586-F247-B6DB-082F29544386}" type="slidenum">
              <a:t>2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40DF3C1-6656-4243-B4D4-926439A1D2B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AD851EE-5CC6-A94D-BEB0-DD028C5ED7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00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E01C430-4A54-7343-AC6F-B343BBFF02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66D236CB-4E46-9E44-8310-C7AFAC5A6194}" type="slidenum">
              <a:t>3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7E135F-C677-084D-B2F7-C96A475270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A71F041-4C96-A74A-8C18-B19EB2F0A7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01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2D96367-265F-1948-AF88-20C2048136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E5E8F7F-5CE6-D849-AA14-F0D0D4F8A1C5}" type="slidenum">
              <a:t>4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491EFE2-6132-2E46-907A-B43DD965E00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A2ACF0A-AD8B-CB4D-9115-4DEAF7C66B5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60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F284D8-F53A-2B4A-AC7B-3F9475E0AE3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FF6C7055-D043-9A4C-8770-12E6EFD17311}" type="slidenum">
              <a:t>5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C421C95-FC51-B64A-9E9C-C54F77FFF9B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D2FCF6E-70A9-6941-A94B-905C5CD31EB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11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EDDC97E-E5B5-2843-BAAC-D61CF58895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5E987FB2-8DD5-C343-9FB8-5BAEB8D6CB35}" type="slidenum">
              <a:t>6</a:t>
            </a:fld>
            <a:endParaRPr lang="en-US"/>
          </a:p>
        </p:txBody>
      </p:sp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CCDD065-C11D-AE41-AE9F-44DEF203811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7A79EAA-29C3-B545-A7D3-4A5C69E636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46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14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616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77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30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bg>
      <p:bgPr>
        <a:solidFill>
          <a:srgbClr val="AEA7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92875"/>
            <a:ext cx="9144000" cy="365125"/>
          </a:xfrm>
        </p:spPr>
        <p:txBody>
          <a:bodyPr>
            <a:normAutofit/>
          </a:bodyPr>
          <a:lstStyle>
            <a:lvl1pPr algn="ctr">
              <a:defRPr sz="2400"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69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90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48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92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23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3326-930C-434F-AE8D-EA598027A48C}" type="datetimeFigureOut">
              <a:rPr lang="en-GB" smtClean="0"/>
              <a:t>14/01/2020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13583-D65C-C94A-B136-82462E212F6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31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7123326-930C-434F-AE8D-EA598027A48C}" type="datetimeFigureOut">
              <a:rPr lang="en-GB" smtClean="0"/>
              <a:pPr/>
              <a:t>14/01/2020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513583-D65C-C94A-B136-82462E212F68}" type="slidenum">
              <a:rPr lang="en-GB" smtClean="0"/>
              <a:pPr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61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BC6C13-FC3B-2D46-8872-BDBEE5CAC553}"/>
              </a:ext>
            </a:extLst>
          </p:cNvPr>
          <p:cNvSpPr txBox="1"/>
          <p:nvPr/>
        </p:nvSpPr>
        <p:spPr>
          <a:xfrm>
            <a:off x="714375" y="2771128"/>
            <a:ext cx="771525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50" b="1" dirty="0">
                <a:latin typeface="Arial" panose="020B0604020202020204" pitchFamily="34" charset="0"/>
                <a:cs typeface="Arial" panose="020B0604020202020204" pitchFamily="34" charset="0"/>
              </a:rPr>
              <a:t>HABITS2.0 </a:t>
            </a:r>
            <a:br>
              <a:rPr lang="en-GB" sz="405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4050" b="1" dirty="0">
                <a:latin typeface="Arial" panose="020B0604020202020204" pitchFamily="34" charset="0"/>
                <a:cs typeface="Arial" panose="020B0604020202020204" pitchFamily="34" charset="0"/>
              </a:rPr>
              <a:t>Design screenshots</a:t>
            </a:r>
          </a:p>
        </p:txBody>
      </p:sp>
    </p:spTree>
    <p:extLst>
      <p:ext uri="{BB962C8B-B14F-4D97-AF65-F5344CB8AC3E}">
        <p14:creationId xmlns:p14="http://schemas.microsoft.com/office/powerpoint/2010/main" val="4042848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2CD4CE43-AC5C-2F44-9AF3-9836E8A6FAE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97568" y="2819860"/>
            <a:ext cx="1519290" cy="1225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3870A615-16D1-2242-B7BD-2CB0B4FB90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97241" y="2819860"/>
            <a:ext cx="1519290" cy="1225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E017514C-658A-8D43-852C-D0E0828AA67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flipH="1">
            <a:off x="6304639" y="2837815"/>
            <a:ext cx="1519290" cy="1225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2C68C4E8-965D-6E4E-B673-3BB7D45F6FD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817102" y="2902126"/>
            <a:ext cx="1077932" cy="107793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olo 5">
            <a:extLst>
              <a:ext uri="{FF2B5EF4-FFF2-40B4-BE49-F238E27FC236}">
                <a16:creationId xmlns:a16="http://schemas.microsoft.com/office/drawing/2014/main" id="{F07BA27B-89CA-AD46-93E7-8747C3023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design_screenshot_choice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077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983CB587-7006-5D4B-97CB-C64B73B30E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158743" y="1629304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C1B12ED3-C13C-364B-B5D4-101D1D03CDA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967982" y="2985043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B92242AF-3B64-2E46-B74D-703BAF6F729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36677" y="3375802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4ADC2758-AAAB-BD45-BEA5-FA8C6B2FC24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143787" y="5199996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2E7D3D1A-CB7E-9045-BF92-71B6F46F7CA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95401" y="5306745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C5EA6468-6966-1940-B91B-93C2D99E3C2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885063" y="4643401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3BA55955-EBC7-1843-8217-60F5519FA34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802146" y="971183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6463FB81-B429-9C46-8227-896B45502CA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82938" y="224923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">
            <a:extLst>
              <a:ext uri="{FF2B5EF4-FFF2-40B4-BE49-F238E27FC236}">
                <a16:creationId xmlns:a16="http://schemas.microsoft.com/office/drawing/2014/main" id="{9E44CF67-B7B8-C142-B647-54D99A5C93A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49140" y="3233798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">
            <a:extLst>
              <a:ext uri="{FF2B5EF4-FFF2-40B4-BE49-F238E27FC236}">
                <a16:creationId xmlns:a16="http://schemas.microsoft.com/office/drawing/2014/main" id="{FB5E968E-8BA1-9D4A-90C7-B55265796AE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977951" y="2297870"/>
            <a:ext cx="1077932" cy="1018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">
            <a:extLst>
              <a:ext uri="{FF2B5EF4-FFF2-40B4-BE49-F238E27FC236}">
                <a16:creationId xmlns:a16="http://schemas.microsoft.com/office/drawing/2014/main" id="{2DA8A952-086B-4744-BCA5-C749157075B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717447" y="1077932"/>
            <a:ext cx="923848" cy="81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">
            <a:extLst>
              <a:ext uri="{FF2B5EF4-FFF2-40B4-BE49-F238E27FC236}">
                <a16:creationId xmlns:a16="http://schemas.microsoft.com/office/drawing/2014/main" id="{7F8B8A6F-D596-DB41-842C-5BCDD56A6C6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478664" y="2653372"/>
            <a:ext cx="923848" cy="81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">
            <a:extLst>
              <a:ext uri="{FF2B5EF4-FFF2-40B4-BE49-F238E27FC236}">
                <a16:creationId xmlns:a16="http://schemas.microsoft.com/office/drawing/2014/main" id="{E9EE1393-6600-3743-8AB9-C347AD52EBF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883283" y="3814223"/>
            <a:ext cx="923848" cy="81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">
            <a:extLst>
              <a:ext uri="{FF2B5EF4-FFF2-40B4-BE49-F238E27FC236}">
                <a16:creationId xmlns:a16="http://schemas.microsoft.com/office/drawing/2014/main" id="{8EEE2BD1-5730-AD44-9D98-8FBDB74A1DC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981157" y="4330338"/>
            <a:ext cx="923848" cy="81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">
            <a:extLst>
              <a:ext uri="{FF2B5EF4-FFF2-40B4-BE49-F238E27FC236}">
                <a16:creationId xmlns:a16="http://schemas.microsoft.com/office/drawing/2014/main" id="{78F345DC-236A-BF44-BDE2-47C2289F44E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473679" y="5242434"/>
            <a:ext cx="923848" cy="81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">
            <a:extLst>
              <a:ext uri="{FF2B5EF4-FFF2-40B4-BE49-F238E27FC236}">
                <a16:creationId xmlns:a16="http://schemas.microsoft.com/office/drawing/2014/main" id="{7C549C29-2489-3546-B6CD-926E952345A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204982" y="5638415"/>
            <a:ext cx="923848" cy="81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">
            <a:extLst>
              <a:ext uri="{FF2B5EF4-FFF2-40B4-BE49-F238E27FC236}">
                <a16:creationId xmlns:a16="http://schemas.microsoft.com/office/drawing/2014/main" id="{2BF3FE8C-D02A-9F44-9A11-DC977729A62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465489" y="1907111"/>
            <a:ext cx="923848" cy="81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">
            <a:extLst>
              <a:ext uri="{FF2B5EF4-FFF2-40B4-BE49-F238E27FC236}">
                <a16:creationId xmlns:a16="http://schemas.microsoft.com/office/drawing/2014/main" id="{0DC74C54-177C-CC42-BDCC-60A3D0E2681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997894" y="414590"/>
            <a:ext cx="923848" cy="81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">
            <a:extLst>
              <a:ext uri="{FF2B5EF4-FFF2-40B4-BE49-F238E27FC236}">
                <a16:creationId xmlns:a16="http://schemas.microsoft.com/office/drawing/2014/main" id="{E3D176F9-4569-D04C-A0E6-1BDF6566BC0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914976" y="1990029"/>
            <a:ext cx="923848" cy="81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">
            <a:extLst>
              <a:ext uri="{FF2B5EF4-FFF2-40B4-BE49-F238E27FC236}">
                <a16:creationId xmlns:a16="http://schemas.microsoft.com/office/drawing/2014/main" id="{18EA99BE-5D1A-1E4F-9B20-009D2F0CF72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55884" y="248754"/>
            <a:ext cx="923848" cy="810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itolo 21">
            <a:extLst>
              <a:ext uri="{FF2B5EF4-FFF2-40B4-BE49-F238E27FC236}">
                <a16:creationId xmlns:a16="http://schemas.microsoft.com/office/drawing/2014/main" id="{1D68F5C3-B4F9-D542-9182-0D6B3FD5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design_screenshot_consumption</a:t>
            </a:r>
            <a:r>
              <a:rPr lang="en-GB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311991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B11605F0-2D58-4D41-BA9B-379D8822686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rot="64200" flipH="1">
            <a:off x="6375988" y="2861687"/>
            <a:ext cx="1519290" cy="122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063B062F-EBD7-7143-AA94-D3B2CE23E5D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148773" y="2985043"/>
            <a:ext cx="995015" cy="94049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olo 3">
            <a:extLst>
              <a:ext uri="{FF2B5EF4-FFF2-40B4-BE49-F238E27FC236}">
                <a16:creationId xmlns:a16="http://schemas.microsoft.com/office/drawing/2014/main" id="{4CE23F22-17F7-494A-BA29-7126A7E1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design_screenshot_rewarded_1</a:t>
            </a:r>
          </a:p>
        </p:txBody>
      </p:sp>
    </p:spTree>
    <p:extLst>
      <p:ext uri="{BB962C8B-B14F-4D97-AF65-F5344CB8AC3E}">
        <p14:creationId xmlns:p14="http://schemas.microsoft.com/office/powerpoint/2010/main" val="257191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B4F63EF0-7E04-5B48-ABE5-95285F23C1A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97568" y="2819860"/>
            <a:ext cx="1519290" cy="1225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7DCC77AE-50E3-874D-A78E-D3254255391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148773" y="2985043"/>
            <a:ext cx="995015" cy="94049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olo 3">
            <a:extLst>
              <a:ext uri="{FF2B5EF4-FFF2-40B4-BE49-F238E27FC236}">
                <a16:creationId xmlns:a16="http://schemas.microsoft.com/office/drawing/2014/main" id="{300B2717-8ACB-A844-92CC-FEE58FE9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design_screenshot_rewarder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59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98486AD1-4F13-1E49-825F-319936197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97568" y="2819860"/>
            <a:ext cx="1519290" cy="1225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8778224D-FEE7-9E45-AD04-C0F1CC63DED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021458" y="2985043"/>
            <a:ext cx="1039412" cy="912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8FA4401D-B22A-C946-87C1-866DA5C1763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376041" y="131232"/>
            <a:ext cx="1830722" cy="10296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8423E64-BF39-624B-B008-E7167BCFAE9E}"/>
              </a:ext>
            </a:extLst>
          </p:cNvPr>
          <p:cNvSpPr txBox="1"/>
          <p:nvPr/>
        </p:nvSpPr>
        <p:spPr>
          <a:xfrm>
            <a:off x="3651266" y="332977"/>
            <a:ext cx="4333010" cy="323116"/>
          </a:xfrm>
          <a:prstGeom prst="rect">
            <a:avLst/>
          </a:prstGeom>
          <a:noFill/>
          <a:ln>
            <a:noFill/>
          </a:ln>
        </p:spPr>
        <p:txBody>
          <a:bodyPr vert="horz" wrap="none" lIns="81612" tIns="40806" rIns="81612" bIns="40806" anchorCtr="0" compatLnSpc="0">
            <a:spAutoFit/>
          </a:bodyPr>
          <a:lstStyle/>
          <a:p>
            <a:pPr hangingPunct="0"/>
            <a:r>
              <a:rPr lang="en-US" sz="1632">
                <a:latin typeface="Liberation Sans" pitchFamily="18"/>
                <a:ea typeface="Noto Sans CJK SC Regular" pitchFamily="2"/>
                <a:cs typeface="FreeSans" pitchFamily="2"/>
              </a:rPr>
              <a:t>Triangle flashes when response is performed</a:t>
            </a:r>
          </a:p>
        </p:txBody>
      </p:sp>
      <p:sp>
        <p:nvSpPr>
          <p:cNvPr id="6" name="Connettore 1 5">
            <a:extLst>
              <a:ext uri="{FF2B5EF4-FFF2-40B4-BE49-F238E27FC236}">
                <a16:creationId xmlns:a16="http://schemas.microsoft.com/office/drawing/2014/main" id="{4831BDA3-E77C-414D-92F0-82FDC4AA921E}"/>
              </a:ext>
            </a:extLst>
          </p:cNvPr>
          <p:cNvSpPr/>
          <p:nvPr/>
        </p:nvSpPr>
        <p:spPr>
          <a:xfrm>
            <a:off x="6292647" y="702886"/>
            <a:ext cx="1575441" cy="0"/>
          </a:xfrm>
          <a:prstGeom prst="line">
            <a:avLst/>
          </a:prstGeom>
          <a:noFill/>
          <a:ln w="36720">
            <a:solidFill>
              <a:srgbClr val="000000"/>
            </a:solidFill>
            <a:prstDash val="solid"/>
            <a:tailEnd type="arrow"/>
          </a:ln>
        </p:spPr>
        <p:txBody>
          <a:bodyPr vert="horz" wrap="none" lIns="81612" tIns="40806" rIns="81612" bIns="40806" anchor="ctr" anchorCtr="0" compatLnSpc="0"/>
          <a:lstStyle/>
          <a:p>
            <a:pPr hangingPunct="0"/>
            <a:endParaRPr lang="en-US" sz="1632">
              <a:latin typeface="Liberation Sans" pitchFamily="18"/>
              <a:ea typeface="Noto Sans CJK SC Regular" pitchFamily="2"/>
              <a:cs typeface="FreeSans" pitchFamily="2"/>
            </a:endParaRPr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DD30862E-BFB9-714A-B801-9D2A5A3C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/>
              <a:t>design_screenshot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83501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41</Words>
  <Application>Microsoft Macintosh PowerPoint</Application>
  <PresentationFormat>Presentazione su schermo (4:3)</PresentationFormat>
  <Paragraphs>12</Paragraphs>
  <Slides>6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Calibri</vt:lpstr>
      <vt:lpstr>Liberation Sans</vt:lpstr>
      <vt:lpstr>Tema di Office</vt:lpstr>
      <vt:lpstr>Presentazione standard di PowerPoint</vt:lpstr>
      <vt:lpstr>design_screenshot_choice</vt:lpstr>
      <vt:lpstr>design_screenshot_consumption test</vt:lpstr>
      <vt:lpstr>design_screenshot_rewarded_1</vt:lpstr>
      <vt:lpstr>design_screenshot_rewarder</vt:lpstr>
      <vt:lpstr>design_screenshot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Alessio Giarrizzo</dc:creator>
  <cp:lastModifiedBy>Alessio Giarrizzo</cp:lastModifiedBy>
  <cp:revision>1</cp:revision>
  <dcterms:created xsi:type="dcterms:W3CDTF">2020-01-14T09:58:20Z</dcterms:created>
  <dcterms:modified xsi:type="dcterms:W3CDTF">2020-01-14T10:05:38Z</dcterms:modified>
</cp:coreProperties>
</file>