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3"/>
    <p:restoredTop sz="96327"/>
  </p:normalViewPr>
  <p:slideViewPr>
    <p:cSldViewPr snapToGrid="0" snapToObjects="1">
      <p:cViewPr varScale="1">
        <p:scale>
          <a:sx n="156" d="100"/>
          <a:sy n="15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E9707-A819-BD4B-9229-EAC8E3022C19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1E654-3BDB-5647-8A30-035B3E3C406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1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E69935-434F-2045-9DF8-B27F5FB4F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30773B4-3DEC-2F45-B884-6590F23AD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CEF5F5-AC74-244C-9835-0A36BB85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DAA99D-30F9-B247-BD01-F38C5A14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4393AF-5732-1143-8BCF-9BDAEC64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5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5FB3E9-F53A-2E41-B478-21126F4F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26B2EF2-2A94-284F-A42D-AAE973E5B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650697-308F-BB45-99DC-951D9D32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892803-B183-A64F-ABA4-FEE096A0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0FC41B-4263-5B48-814F-B970E1DE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6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DA79DF-EA9A-B54A-9471-0FE6234E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4508C9-F5D2-3F41-8132-2BE775667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AC1B6E-8EF4-F24C-A019-20D2F4A8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AA20B8-8A0C-3348-B963-F1C4A67E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BF5F80-7B23-3148-986B-BC3959E8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446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4F5B29-9896-F34B-B31C-780698AB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E8BA11-BB05-614C-9356-C1A8C87C2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9EC029-EB9C-8840-9F19-961CD3B90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85CAA7A-D204-A44E-A127-AE1BE0D5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E9D7A3-2A7E-4B4D-B25B-D181294D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590319C-990A-AC41-B618-023F50F7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33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251B0-EFBC-9541-BA0C-861A5E9B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477DD7-E52F-3843-8B43-7C98C6070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E7830BC-F623-0548-B020-588E44D0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5AB8A10-8361-5444-A036-C1C2E8D0B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D8DAFB1-8BD9-C74F-A6C4-7C2DA9B99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DC0CCDF-69DC-DC43-8F17-5DC2D543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F40202-28BB-EC48-9760-C2D20C6E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666E5DB-1516-CC48-ABFC-7F18EFFC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74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F2F23-91E5-A747-87C2-776FF1DA4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932"/>
          </a:xfrm>
        </p:spPr>
        <p:txBody>
          <a:bodyPr>
            <a:noAutofit/>
          </a:bodyPr>
          <a:lstStyle>
            <a:lvl1pPr algn="ctr">
              <a:defRPr sz="2800" b="1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5B3C4E2-A928-574D-8C4D-D8E6FBFD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D55AB26-DBA5-9147-B607-8933C548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E8FF79-C0D7-D841-8BEF-5C8F5638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765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8F9FC4E-A6CB-9C41-87F0-7EF75FBB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0312AF9-B5A6-E546-A9E1-980C9893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8ADC0E-962E-8840-AACB-9FDEF06E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1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D8566E-9BB4-5847-AF29-4B20B5F1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6E7316-4878-5647-B5D6-5FCA3906A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079640-6EB1-F54D-9CEC-C08209E8F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FDCF85-E626-BD4A-A72B-9944F341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E3F985-5AA8-7A48-8C1B-A49073A5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21A23FC-D046-4642-888F-FD885AEC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90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95A47E-836A-1144-9C5B-E661E022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7C593DE-F3F3-CB46-91C4-4B760FECC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BD3169-2843-7249-ACD7-88E087040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B7EC99-989B-E945-9E10-DB190068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CC6BCD-71C8-9045-BB88-01A7813F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078CDF5-34D1-F146-BC85-7F2B187F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85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377A03-0064-3048-8BC3-21F050AD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A84EBF0-25C7-2C4A-847D-D58E46587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FD457A-7DD9-084F-8CC5-FCA93547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3F189D-67B2-9740-807B-DCC3ECF3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77FE61-A225-1543-A19C-D849CE68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16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7412FEA-16FD-EA4F-83CF-2802542C3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3F975D8-D7FC-9C4F-9ACA-9921A1C81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DC2C0C-0462-E046-A60F-C9101E44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0D95-18F8-734C-9DD8-6018D46F8083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910CEC-5CE8-8144-8AF3-A45DD16B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1C9DBD-FC20-4C42-946E-22F27BFD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B0C0-1A43-1C4F-8B0E-B7B7A03BFA5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90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FCCBD3E-8FAC-F24E-A88D-D6C16E097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2D71E7-D1B9-9E47-BB5A-A8F0177DC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8CBC23-7DA5-1B45-82E2-6A635D8FCD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E70D95-18F8-734C-9DD8-6018D46F8083}" type="datetimeFigureOut">
              <a:rPr lang="en-GB" smtClean="0"/>
              <a:pPr/>
              <a:t>14/01/2020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FE0287-E12A-DF47-A03C-8F9F01F10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5CF81C-0FCC-5844-9CA9-C73DB81E6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163B0C0-1A43-1C4F-8B0E-B7B7A03BFA5E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76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BC6C13-FC3B-2D46-8872-BDBEE5CAC553}"/>
              </a:ext>
            </a:extLst>
          </p:cNvPr>
          <p:cNvSpPr txBox="1"/>
          <p:nvPr/>
        </p:nvSpPr>
        <p:spPr>
          <a:xfrm>
            <a:off x="952500" y="2551837"/>
            <a:ext cx="10287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Arial" panose="020B0604020202020204" pitchFamily="34" charset="0"/>
                <a:cs typeface="Arial" panose="020B0604020202020204" pitchFamily="34" charset="0"/>
              </a:rPr>
              <a:t>HABITS2.0</a:t>
            </a:r>
            <a:br>
              <a:rPr lang="en-GB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5400" b="1" dirty="0">
                <a:latin typeface="Arial" panose="020B0604020202020204" pitchFamily="34" charset="0"/>
                <a:cs typeface="Arial" panose="020B0604020202020204" pitchFamily="34" charset="0"/>
              </a:rPr>
              <a:t>Visual stimuli</a:t>
            </a:r>
          </a:p>
        </p:txBody>
      </p:sp>
    </p:spTree>
    <p:extLst>
      <p:ext uri="{BB962C8B-B14F-4D97-AF65-F5344CB8AC3E}">
        <p14:creationId xmlns:p14="http://schemas.microsoft.com/office/powerpoint/2010/main" val="186885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84C8792-7ED8-0542-8D53-B569BF99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coins_light_up_instructions</a:t>
            </a:r>
            <a:endParaRPr lang="en-GB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16D93EF-2695-B349-8181-604A6D874D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376" y="1023964"/>
            <a:ext cx="2888739" cy="2534387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D379D4D-A65D-3047-846F-ED1B0AB09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720" y="963921"/>
            <a:ext cx="2888739" cy="2534387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7FA6738D-2D7C-AE43-9E6F-C5DF0420EB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734" y="3659553"/>
            <a:ext cx="3243639" cy="3066251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D3A5A3F-D39D-4543-B1A4-F778E4E885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259" y="3646636"/>
            <a:ext cx="3257304" cy="3079169"/>
          </a:xfrm>
          <a:prstGeom prst="rect">
            <a:avLst/>
          </a:prstGeom>
        </p:spPr>
      </p:pic>
      <p:sp>
        <p:nvSpPr>
          <p:cNvPr id="9" name="Right Arrow 7">
            <a:extLst>
              <a:ext uri="{FF2B5EF4-FFF2-40B4-BE49-F238E27FC236}">
                <a16:creationId xmlns:a16="http://schemas.microsoft.com/office/drawing/2014/main" id="{0B23F7A7-685C-A948-B701-77D5C715EEB4}"/>
              </a:ext>
            </a:extLst>
          </p:cNvPr>
          <p:cNvSpPr/>
          <p:nvPr/>
        </p:nvSpPr>
        <p:spPr>
          <a:xfrm>
            <a:off x="5173689" y="1991899"/>
            <a:ext cx="1506171" cy="5985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8">
            <a:extLst>
              <a:ext uri="{FF2B5EF4-FFF2-40B4-BE49-F238E27FC236}">
                <a16:creationId xmlns:a16="http://schemas.microsoft.com/office/drawing/2014/main" id="{BE097C22-E6CE-A643-8A17-B00606B5170C}"/>
              </a:ext>
            </a:extLst>
          </p:cNvPr>
          <p:cNvSpPr/>
          <p:nvPr/>
        </p:nvSpPr>
        <p:spPr>
          <a:xfrm>
            <a:off x="5182061" y="4886961"/>
            <a:ext cx="1506171" cy="59851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97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11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di Office</vt:lpstr>
      <vt:lpstr>Presentazione standard di PowerPoint</vt:lpstr>
      <vt:lpstr>coins_light_up_instructions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Alessio Giarrizzo</dc:creator>
  <cp:lastModifiedBy>Alessio Giarrizzo</cp:lastModifiedBy>
  <cp:revision>1</cp:revision>
  <dcterms:created xsi:type="dcterms:W3CDTF">2020-01-14T09:54:17Z</dcterms:created>
  <dcterms:modified xsi:type="dcterms:W3CDTF">2020-01-14T10:00:31Z</dcterms:modified>
</cp:coreProperties>
</file>